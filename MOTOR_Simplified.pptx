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0B6E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4114800"/>
            <a:ext cx="3657600" cy="3657600"/>
          </a:xfrm>
          <a:prstGeom prst="ellipse">
            <a:avLst/>
          </a:prstGeom>
          <a:solidFill>
            <a:srgbClr val="E08E45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Understand How Motorbikes and Scooters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Move in Real Traffic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guide to a research project on two-wheeler safety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 GENERAL AUDIENCE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Cars Get All the Safety Research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self-driving safety systems are built and tested using cars. But in many countries, most vehicles are actually motorbikes and scooters.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&amp; Germany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cars. Roads are orderly and well regulated.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1 in 10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is 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 or scooter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 Indonesia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motorbikes and scooters, in busy, mixed traffic.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31089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 in 10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motorbikes or scooters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4069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76656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deaths involve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two-wheeler in India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25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We keep building safety tools for cars, while motorbikes and scooters — the vehicles most likely to be in a fatal crash — are largely ignored.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MOTOR?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collection of real riding footage and data, built to teach computers how motorbikes and scooters actually behave in messy, real-world traffic.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1,629 short clips of real riding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25+ hours on the road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86000"/>
            <a:ext cx="548640" cy="548640"/>
          </a:xfrm>
          <a:prstGeom prst="ellipse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different riders (13 men, 3 women)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beginners to 20-year veterans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9828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Paved and unpaved roads, from rush-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jams to quiet early mornings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4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is the first dataset that watches many different riders, from many angles, and turns their real riding behavior into data a computer can learn from — built specifically for chaotic, unstructured traffic like in India.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Was Collected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rider was fitted with cameras and sensors to capture everything happening on the road.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Video Cameras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9202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facing forward, one facing back, and one mounted on the helmet — capturing the full picture around the rider.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Glasses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2697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glasses recorded exactly where the rider was looking, moment to moment.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34440" y="3493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Sensors + GPS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4747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tracked speed, lean angle, and location many times per second — plus on-road audio like horns.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C25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alone can't tell you why a rider swerved. Combining what they saw (gaze), how the bike moved (sensors), and what was around them (video) gives a complete picture of each riding decision.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Different Kinds of Riding Behavior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clip was labeled by how normal or risky the riding was — from routine stops to dangerous violations.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12848"/>
            <a:ext cx="3520440" cy="25603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Riding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straight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left or right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U-turns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lanes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low risk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212848"/>
            <a:ext cx="3520440" cy="256032"/>
          </a:xfrm>
          <a:prstGeom prst="rect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Moves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651760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Weaving through traffic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Overtaking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Dodging obstacles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common, higher risk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965960"/>
            <a:ext cx="3520440" cy="502920"/>
          </a:xfrm>
          <a:prstGeom prst="roundRect">
            <a:avLst>
              <a:gd name="adj" fmla="val 21818"/>
            </a:avLst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212848"/>
            <a:ext cx="3520440" cy="256032"/>
          </a:xfrm>
          <a:prstGeom prst="rect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/ Illegal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2651760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Distracted riding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red lights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Wrong-lane riding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Near-misses (very rare)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but most dangerous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AI Actually Recognize These Behaviors?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tested four different AI models to see which one could best identify riding behavior from the video alone.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731520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Recognized Behavior Correctly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Recognized Legality Correctly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Older-style (CNN)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Older-style (CNN)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MViTv2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(Transformer)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6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SwinT  (best)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(Transformer)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6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6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96596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4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6676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5603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(SwinT) got riding behavior right about half the time. That's a promising start, but far from perfect — real traffic is genuinely hard for AI to read.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C25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gets confused: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often mixes up "dodging an obstacle" with "changing lanes," since both look like a quick sideways move. Spotting traffic violations is also hard when signals or road markings are blocked by other vehicles.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Video Alone Isn't Enough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three types of data gives a far more complete and accurate picture than any one alone.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286000"/>
            <a:ext cx="640080" cy="64008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888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Looked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shows what caught the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rider's attention right before they acted.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83580" y="2286000"/>
            <a:ext cx="640080" cy="640080"/>
          </a:xfrm>
          <a:prstGeom prst="ellipse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35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2628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Bike Moved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capture subtle shifts in speed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lean that the camera can't see.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8340" y="2286000"/>
            <a:ext cx="640080" cy="64008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783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Around Them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shows the full traffic scene —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vehicles, signals, obstacles.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4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video alone, accuracy drops by about 11 percentage points. Losing the gaze or motion-sensor data creates real blind spots — the kind that could matter in a real crash.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Window of Just Over Half a Second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looks at 16 video frames at a time — which adds up to 0.53 seconds. That timing isn't random.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same as an average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human's reaction 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2011680"/>
            <a:ext cx="6675120" cy="2743200"/>
          </a:xfrm>
          <a:prstGeom prst="roundRect">
            <a:avLst>
              <a:gd name="adj" fmla="val 4000"/>
            </a:avLst>
          </a:prstGeom>
          <a:solidFill>
            <a:srgbClr val="232F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2240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timing is smart: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269748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run in real time on a simple onboard device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enough to catch meaningful changes, like the bike starting to lean or brake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how quickly a human can react — giving the system a chance to warn a rider before it's too late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B6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this is the sweet spot for warning a rider early — not too slow to be useless, not too fast to miss what's actually happening.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Sensor Has Strengths and Weaknesses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to work in real motorbikes on real roads, we need to know what each sensor is good and bad 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full traffic scene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2971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Shaky on bumpy roads, easily blocked in heavy traffic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240280"/>
            <a:ext cx="548640" cy="54864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Glasses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sign of what a rider is about to 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4251960"/>
            <a:ext cx="2971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special glasses — hard to fit into a normal helmet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9828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reliable, unaffected by weather or crowding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4251960"/>
            <a:ext cx="2971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other vehicles or the road ahead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Could Be Used in the Real World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a rider about risky moves — like weaving through traffic — just before they happen, not after.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645920"/>
            <a:ext cx="548640" cy="548640"/>
          </a:xfrm>
          <a:prstGeom prst="ellipse">
            <a:avLst/>
          </a:prstGeom>
          <a:solidFill>
            <a:srgbClr val="E08E45"/>
          </a:solidFill>
          <a:ln w="12700">
            <a:solidFill>
              <a:srgbClr val="E08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377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Traffic Enforcement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spot violations like wrong-lane riding or running red lights, which cameras above the road often miss.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8888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645920"/>
            <a:ext cx="548640" cy="54864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377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Safety Scores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971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personalized risk profiles for delivery and ride-share riders, based on their real riding habits over time.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C25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reacting after a problem, to predicting and preventing it — before it happens.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Still Missing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any early research project, MOTOR has real gaps that need to be addressed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Near-Miss Examples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94960" y="19202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 real near-collision clips exist in the whole dataset — not enough to reliably learn what leads to a crash.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Using the Front Camera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28803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rear and helmet cameras were barely used, even though they could add a fuller view of the surroundings.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C1443C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344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Conditions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38404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night riding, heavy rain, or extreme weather — all situations where cameras become far less reliable.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4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early-stage research — a strong first step, not a finished, ready-to-deploy safety system.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Understanding How Two-Wheelers Really Move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B6E4F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E08E45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Blueprint for the Roads Most People Actually Ride 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32004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 safety can't be solved by simply reusing what works for cars.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what a rider sees, how their bike moves, and what's around them,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lays the groundwork for safer riding in the world's busiest streets.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2026-09-04T08:25:29Z</dcterms:created>
  <dcterms:modified xsi:type="dcterms:W3CDTF">2026-09-04T08:25:29Z</dcterms:modified>
</cp:coreProperties>
</file>