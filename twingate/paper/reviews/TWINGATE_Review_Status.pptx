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C77800"/>
              </a:solidFill>
              <a:effectLst/>
            </c:spPr>
          </c:dPt>
          <c:dPt>
            <c:idx val="2"/>
            <c:bubble3D val="0"/>
            <c:spPr>
              <a:solidFill>
                <a:srgbClr val="3E6E96"/>
              </a:solidFill>
              <a:effectLst/>
            </c:spPr>
          </c:dPt>
          <c:dPt>
            <c:idx val="3"/>
            <c:bubble3D val="0"/>
            <c:spPr>
              <a:solidFill>
                <a:srgbClr val="B23A48"/>
              </a:solidFill>
              <a:effectLst/>
            </c:spPr>
          </c:dPt>
          <c:dPt>
            <c:idx val="4"/>
            <c:bubble3D val="0"/>
            <c:spPr>
              <a:solidFill>
                <a:srgbClr val="8A8FA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Fixed</c:v>
                </c:pt>
                <c:pt idx="1">
                  <c:v>Partial / Blocked</c:v>
                </c:pt>
                <c:pt idx="2">
                  <c:v>Awaiting decision</c:v>
                </c:pt>
                <c:pt idx="3">
                  <c:v>Open</c:v>
                </c:pt>
                <c:pt idx="4">
                  <c:v>No action needed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14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14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TWINGATE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Review — Status Report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curation findings on main.tex — what's fixed, what's blocked, what's next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0" cy="0"/>
          </a:xfrm>
          <a:prstGeom prst="line">
            <a:avLst/>
          </a:prstGeom>
          <a:noFill/>
          <a:ln/>
        </p:spPr>
      </p:sp>
      <p:sp>
        <p:nvSpPr>
          <p:cNvPr id="9" name="Text 7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sahil-idk/vtc_2027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claude/kind-babbage-i7d3l4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Findings Tracked, 14 Resolved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VTC-reviewer-style methodology and curation pass over the TWINGATE manuscript, tracked to closure one finding at a time.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2084832" cy="82296"/>
          </a:xfrm>
          <a:prstGeom prst="round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8600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3375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&amp; merged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26080" y="196596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965960"/>
            <a:ext cx="2084832" cy="82296"/>
          </a:xfrm>
          <a:prstGeom prst="roundRect">
            <a:avLst/>
          </a:prstGeom>
          <a:solidFill>
            <a:srgbClr val="C77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26080" y="228600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77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33375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fixed 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GPU-blocked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212080" y="196596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1965960"/>
            <a:ext cx="2084832" cy="82296"/>
          </a:xfrm>
          <a:prstGeom prst="roundRect">
            <a:avLst/>
          </a:prstGeom>
          <a:solidFill>
            <a:srgbClr val="3E6E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228600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E6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33375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decision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196596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0" y="1965960"/>
            <a:ext cx="2084832" cy="82296"/>
          </a:xfrm>
          <a:prstGeom prst="roundRect">
            <a:avLst/>
          </a:prstGeom>
          <a:solidFill>
            <a:srgbClr val="B23A4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228600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19" name="Text 17"/>
          <p:cNvSpPr txBox="1"/>
          <p:nvPr/>
        </p:nvSpPr>
        <p:spPr>
          <a:xfrm>
            <a:off x="7607808" y="33375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not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started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784080" y="196596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84080" y="1965960"/>
            <a:ext cx="2084832" cy="82296"/>
          </a:xfrm>
          <a:prstGeom prst="roundRect">
            <a:avLst/>
          </a:prstGeom>
          <a:solidFill>
            <a:srgbClr val="8A8FA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84080" y="228600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A8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23" name="Text 21"/>
          <p:cNvSpPr txBox="1"/>
          <p:nvPr/>
        </p:nvSpPr>
        <p:spPr>
          <a:xfrm>
            <a:off x="9893808" y="33375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— no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needed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617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applied fix is re-verified against a full LaTeX recompile (pdflatex + bibtex) before it merges — zero errors, zero undefined references, at every step.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(M1–M12): 9 fixed · 2 blocked · 1 open        Curation (C1–C9): 5 fixed · 1 awaiting · 2 open · 1 no-action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at a Glance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234440"/>
          <a:ext cx="58521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903720" y="123444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178040" y="1143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&amp; merged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14356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decided, applied to main.tex, verified with a full recompile, and merged via PR.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903720" y="2194560"/>
            <a:ext cx="164592" cy="164592"/>
          </a:xfrm>
          <a:prstGeom prst="ellipse">
            <a:avLst/>
          </a:prstGeom>
          <a:solidFill>
            <a:srgbClr val="C778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78040" y="21031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Blocked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3957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portion applied; a data/analysis portion needs a GPU + Sionna rerun not available in this sandbox.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03720" y="3154680"/>
            <a:ext cx="164592" cy="164592"/>
          </a:xfrm>
          <a:prstGeom prst="ellipse">
            <a:avLst/>
          </a:prstGeom>
          <a:solidFill>
            <a:srgbClr val="3E6E9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78040" y="3063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decision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35584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with drafted fix options — waiting on which option to apply.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03720" y="4114800"/>
            <a:ext cx="164592" cy="164592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178040" y="4023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43159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in the original review; not yet drafted into a detailed finding.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03720" y="5074920"/>
            <a:ext cx="164592" cy="164592"/>
          </a:xfrm>
          <a:prstGeom prst="ellipse">
            <a:avLst/>
          </a:prstGeom>
          <a:solidFill>
            <a:srgbClr val="8A8FA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78040" y="4983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52760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confirmed as a strength, not a defect — flagged so it isn't 'fixed' by accident.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Cycle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21 findings moves through the same four steps before it's considered closed.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3591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01752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456432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markdown writeup: plain-English issue, current text quoted in full, why it matters.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3520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5888" y="23591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75888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01752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456432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options drafted as complete before/after passages; author reviews and picks one (or declines).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520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0528" y="23591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0528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301752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verify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3456432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made to main.tex; full pdflatex + bibtex recompile confirms zero errors, zero broken refs.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3520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0" y="21031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45168" y="23591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45168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345168" y="301752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merge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3456432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with a detailed message, pushed, opened as a PR, and merged into main.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rule: never fabricate or approximate a result when the real data or environment isn't available — document the exact blocker instead.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Findings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M1–M12  ·  9 fixed, 2 blocked, 1 open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53896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61848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45389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10512" y="145389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"Independent metrics" claim contradicted own text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40080" y="2203704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" y="2368296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20370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810512" y="22037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"Ambiguous" gap class used but never defined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40080" y="2953512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" y="311810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29535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810512" y="2953512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"Threshold sensitivity" was one unsupported sentence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" y="3867912"/>
            <a:ext cx="274320" cy="274320"/>
          </a:xfrm>
          <a:prstGeom prst="ellipse">
            <a:avLst/>
          </a:prstGeom>
          <a:solidFill>
            <a:srgbClr val="C778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370332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810512" y="370332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table hides train-vs-val overfitting risk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40080" y="4453128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86384" y="461772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445312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810512" y="4453128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Twin-gate independence asserted, not explained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640080" y="5202936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" y="536752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6384" y="5367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70432" y="520293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810512" y="520293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Conclusion's opening claim overclaimed generalization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6217920" y="1453896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364224" y="161848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64224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748272" y="145389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388352" y="145389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 satisfies all 3 criteria vs. Table I's "No"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6217920" y="2203704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40" name="Shape 38"/>
          <p:cNvSpPr/>
          <p:nvPr/>
        </p:nvSpPr>
        <p:spPr>
          <a:xfrm>
            <a:off x="6364224" y="2368296"/>
            <a:ext cx="274320" cy="2743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64224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748272" y="220370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M8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388352" y="22037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lists distant weaknesses, not the nearest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6217920" y="2953512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45" name="Shape 43"/>
          <p:cNvSpPr/>
          <p:nvPr/>
        </p:nvSpPr>
        <p:spPr>
          <a:xfrm>
            <a:off x="6364224" y="311810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364224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748272" y="29535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388352" y="2953512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narrative reads as accuracy-chasing</a:t>
            </a:r>
            <a:endParaRPr lang="en-US" sz="1130" dirty="0"/>
          </a:p>
        </p:txBody>
      </p:sp>
      <p:sp>
        <p:nvSpPr>
          <p:cNvPr id="49" name="Shape 47"/>
          <p:cNvSpPr/>
          <p:nvPr/>
        </p:nvSpPr>
        <p:spPr>
          <a:xfrm>
            <a:off x="6217920" y="3703320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50" name="Shape 48"/>
          <p:cNvSpPr/>
          <p:nvPr/>
        </p:nvSpPr>
        <p:spPr>
          <a:xfrm>
            <a:off x="6364224" y="386791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364224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748272" y="370332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7388352" y="370332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objective never stated as a proxy goal</a:t>
            </a:r>
            <a:endParaRPr lang="en-US" sz="1130" dirty="0"/>
          </a:p>
        </p:txBody>
      </p:sp>
      <p:sp>
        <p:nvSpPr>
          <p:cNvPr id="54" name="Shape 52"/>
          <p:cNvSpPr/>
          <p:nvPr/>
        </p:nvSpPr>
        <p:spPr>
          <a:xfrm>
            <a:off x="6217920" y="4453128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55" name="Shape 53"/>
          <p:cNvSpPr/>
          <p:nvPr/>
        </p:nvSpPr>
        <p:spPr>
          <a:xfrm>
            <a:off x="6364224" y="4617720"/>
            <a:ext cx="274320" cy="274320"/>
          </a:xfrm>
          <a:prstGeom prst="ellipse">
            <a:avLst/>
          </a:prstGeom>
          <a:solidFill>
            <a:srgbClr val="C7780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364224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748272" y="445312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M11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7388352" y="4453128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OSM-grounded tower-position plausibility check</a:t>
            </a:r>
            <a:endParaRPr lang="en-US" sz="1130" dirty="0"/>
          </a:p>
        </p:txBody>
      </p:sp>
      <p:sp>
        <p:nvSpPr>
          <p:cNvPr id="59" name="Shape 57"/>
          <p:cNvSpPr/>
          <p:nvPr/>
        </p:nvSpPr>
        <p:spPr>
          <a:xfrm>
            <a:off x="6217920" y="5202936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60" name="Shape 58"/>
          <p:cNvSpPr/>
          <p:nvPr/>
        </p:nvSpPr>
        <p:spPr>
          <a:xfrm>
            <a:off x="6364224" y="536752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364224" y="5367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6748272" y="520293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M12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7388352" y="520293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"Physics, Not Curve-Fitting" risked circularity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 — Reframing Gate 2's Story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· M9 · M10 · M12 — fixed together in one coherent pass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2A357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adopt M1 &lt; 3dB as the readiness criterion." Both operators missed it. Table I scored every stage with a bolded Yes/No column.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F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12848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is tracked as a fidelity indicator, not a pass/fail gate — both operators land comfortably within the 3GPP ±6dB accuracy bound; the Yes/No column is gone.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4764024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6360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4 parallel research subagents for independent literature/threshold consensus, per author's explicit request.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533095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520293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MART-6G citation directly against its full text — corrected an initial overclaim before using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589788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576986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Table I around DT-readiness/replication fidelity, not "chasing 3dB" — matching the paper's real contribution.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Blocked, Not Abandoned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(Path A) and M11 — a compound blocker, tracked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292608" cy="292608"/>
          </a:xfrm>
          <a:prstGeom prst="ellipse">
            <a:avLst/>
          </a:prstGeom>
          <a:solidFill>
            <a:srgbClr val="C778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385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 — Path 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231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train-vs-val MAE for Table I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1752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Checked-in gate2_final.csv files don't reproduce Table I's own published numbers (3.36dB vs. 4.04dB; pc4 missing entirely). Needs a full A19_gate2_final.py rerun on a GPU + Sionna environment.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937760"/>
            <a:ext cx="4709160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504748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(text-only overfitting-check paragraph) already applied.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011680"/>
            <a:ext cx="292608" cy="292608"/>
          </a:xfrm>
          <a:prstGeom prst="ellipse">
            <a:avLst/>
          </a:prstGeom>
          <a:solidFill>
            <a:srgbClr val="C778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385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4231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OSM-grounded tower-position plausibility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01752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same complete tower coordinates as M4, plus real OSM building data — tested 6 Overpass/OSM hosts directly; every one blocked by this sandbox's network policy.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4937760"/>
            <a:ext cx="4709160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504748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substitute or approximated geometry was used to force a result.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unblock together once a GPU + Sionna environment reruns the full pipeline — tracked jointly in LEFTOVERS_GPU_REQUIRED.md.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— M8: Limitations Section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deferred to last, per author direction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7627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bullets (dataset scope, dynamic scatterers, Doppler, search cost) are all real, but none touches the paper's own central claim — the nearest weaknesses go unmentioned.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3101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bullet 1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490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result (C=0.80, multi-KPI corroboration, twin-gate convergence) is demonstrated against a single confirmed dead zone.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31089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33101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bullet 2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7490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thresholds (d_recur, τ) are fixed a priori — but never cross-validated against a second, independently confirmed dead zone.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original finding's 3rd candidate bullet ("M1 not crossing its own threshold") is now stale — it would contradict the already-applied M7/M9/M10 fixes. Flagged in the writeup so it isn't re-added by mistake.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6172200"/>
            <a:ext cx="256032" cy="256032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6172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61447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 M8_limitations_nearest_weaknesses.md · 4 options drafted · main.tex untouched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Curation Findings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C1–C9  ·  5 fixed, 1 awaiting decision, 2 open, 1 no action needed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53896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61848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45389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10512" y="145389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"Layers" vs. "Gates" vocabulary never reconciled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40080" y="2203704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" y="2368296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20370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810512" y="22037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"Each validated on a held-out split" overclaims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40080" y="2953512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" y="311810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29535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810512" y="2953512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Abstract's final sentence is a 70-word run-on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" y="386791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370332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810512" y="370332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Beyraghi/Rauf contrast set up, never paid off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40080" y="4453128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86384" y="4617720"/>
            <a:ext cx="274320" cy="274320"/>
          </a:xfrm>
          <a:prstGeom prst="ellipse">
            <a:avLst/>
          </a:prstGeom>
          <a:solidFill>
            <a:srgbClr val="3E6E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445312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810512" y="4453128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"Coupling" vs. "Convergence" naming split unflagged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6217920" y="1453896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64224" y="1618488"/>
            <a:ext cx="274320" cy="2743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64224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48272" y="145389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388352" y="145389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§V-A re-derives numbers before its new argument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6217920" y="2203704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364224" y="2368296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64224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748272" y="220370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C7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388352" y="22037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best thesis sentence buried in Conclusion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6217920" y="2953512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40" name="Shape 38"/>
          <p:cNvSpPr/>
          <p:nvPr/>
        </p:nvSpPr>
        <p:spPr>
          <a:xfrm>
            <a:off x="6364224" y="3118104"/>
            <a:ext cx="274320" cy="2743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64224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748272" y="29535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C8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388352" y="2953512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Op.1's "single vehicle" phrasing reads in tension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6217920" y="3703320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</p:sp>
      <p:sp>
        <p:nvSpPr>
          <p:cNvPr id="45" name="Shape 43"/>
          <p:cNvSpPr/>
          <p:nvPr/>
        </p:nvSpPr>
        <p:spPr>
          <a:xfrm>
            <a:off x="6364224" y="3867912"/>
            <a:ext cx="274320" cy="274320"/>
          </a:xfrm>
          <a:prstGeom prst="ellipse">
            <a:avLst/>
          </a:prstGeom>
          <a:solidFill>
            <a:srgbClr val="8A8FA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364224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748272" y="370332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C9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388352" y="370332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Table/figure narration — reviewed, it's a strength</a:t>
            </a:r>
            <a:endParaRPr lang="en-US" sz="113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" y="5870448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0080" y="5870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932688" y="5806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88920" y="5870448"/>
            <a:ext cx="201168" cy="201168"/>
          </a:xfrm>
          <a:prstGeom prst="ellipse">
            <a:avLst/>
          </a:prstGeom>
          <a:solidFill>
            <a:srgbClr val="C77800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2788920" y="5870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3081528" y="5806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937760" y="5870448"/>
            <a:ext cx="201168" cy="201168"/>
          </a:xfrm>
          <a:prstGeom prst="ellipse">
            <a:avLst/>
          </a:prstGeom>
          <a:solidFill>
            <a:srgbClr val="3E6E9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937760" y="5870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5230368" y="5806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decision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086600" y="5870448"/>
            <a:ext cx="201168" cy="20116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086600" y="5870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7379208" y="5806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235440" y="5870448"/>
            <a:ext cx="201168" cy="201168"/>
          </a:xfrm>
          <a:prstGeom prst="ellipse">
            <a:avLst/>
          </a:prstGeom>
          <a:solidFill>
            <a:srgbClr val="8A8FA3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235440" y="5870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9528048" y="5806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 — Precision Over Volume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examples where checking the primary source changed the fix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 — Beyraghi citation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86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 stated “TWINGATE's error is 10× larger than Beyraghi's 0.32dB” — handing a reviewer a ready-made “your own number is worse” quote.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920240"/>
            <a:ext cx="0" cy="155448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228600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actual cited paper (arXiv 2510.09478) before fixing. Found the 0.32dB figure is region-averaged with outliers excluded — a second, real reason the numbers aren't comparable. Removed the specific figures; kept the citation and the logic.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4050792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995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C7 — Buried thesis statement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34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actual thesis — “convergence of two independent signals is stronger evidence than either alone” — appeared only in the Conclusion's last paragraph.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4069080"/>
            <a:ext cx="0" cy="155448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44348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the same claim to the Contributions preamble in §I — before the reader ever reaches the enumerated list — plus a callback clause on the twin-gate-convergence bullet. Conclusion's version left as the confirming echo.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standards this review held itself to, across all 21 findings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2630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939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fabricate data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real data or environment access is unavailable (M4, M11), document the exact blocker honestly instead of approximating a result.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2630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20939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citing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060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cited papers directly rather than trusting a summary (C4) — caught and corrected an overclaim in the MART-6G citation before use.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2630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4714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Recompile every time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98348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applied fix is checked against a full pdflatex + bibtex build — zero errors, zero undefined references, before it merges.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425196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2630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44714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not mandates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98348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drafted as documented options with full before/after text; the author decides which (if any) to apply.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Left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order of attack for the remaining items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842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— Coupling vs. Convergence naming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5000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documented, 3 options drafted. Cheapest remaining item — a two-sentence, zero-risk clarification.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9966960" y="2240280"/>
            <a:ext cx="237744" cy="237744"/>
          </a:xfrm>
          <a:prstGeom prst="ellipse">
            <a:avLst/>
          </a:prstGeom>
          <a:solidFill>
            <a:srgbClr val="3E6E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0" y="2240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decision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2461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0815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&amp; C8 — remaining polish items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44728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a redundant numeric recap in §V-A (C6); clarify Op.1's single-vehicle phrasing (C8). Not yet drafted.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9966960" y="3337560"/>
            <a:ext cx="237744" cy="23774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6696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287000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3434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1788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— Limitations section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454456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saved for last per author's request. Two candidate bullets drafted; decision on wording/placement pending.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9966960" y="4434840"/>
            <a:ext cx="237744" cy="23774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66960" y="4434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287000" y="4389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54406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52760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/ M11 — GPU rerun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564184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 GPU + Sionna environment is available: rerun A19_gate2_final.py for all 4 devices, then both leftovers unblock together.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9966960" y="5532120"/>
            <a:ext cx="237744" cy="237744"/>
          </a:xfrm>
          <a:prstGeom prst="ellipse">
            <a:avLst/>
          </a:prstGeom>
          <a:solidFill>
            <a:srgbClr val="C7780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66960" y="5532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287000" y="5486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3840480"/>
            <a:ext cx="4754880" cy="475488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of 21 findings resolved.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main.tex compiles clean at every step. Every remaining item is documented, options drafted, ready for your call.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twingate/paper/reviews/TODO.md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2026-09-22T12:33:44Z</dcterms:created>
  <dcterms:modified xsi:type="dcterms:W3CDTF">2026-09-22T12:33:44Z</dcterms:modified>
</cp:coreProperties>
</file>